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3CF51-3FD9-5412-9DC0-131EA9775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ED1C84-EFE1-414A-70E9-49B626389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04454-4C52-5921-ED35-720D0FC6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7A70-219D-86DC-A074-37C58D3B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223EC-4445-F709-E1C0-5663EDC76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9A80-1CD9-4BE9-1165-B511C3028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9C065-577D-A27A-B8F5-F3E3342D7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FC1EB-1FD6-3989-9178-A69F13069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37741-4411-3664-648F-0EFF4B28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09F73-6556-185C-B3E9-0C72C28F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320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0D4-2B01-EFC4-74E9-5DE9684A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DFECB-3BD1-2022-6E13-ED980C716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F830D-2945-6817-8093-D034D9A80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188C-C009-C91E-7982-706150D73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66C26-A0D7-CB4E-5ADC-FE58612A3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5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4419A-9B76-1B64-2B17-2CACF981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C5475-A8B1-F6FA-8A4E-B11439F7E7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25D3E-B306-4B1F-1B06-EF4D692AF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B9DFD-2464-122C-A263-4D725D4F0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3B18D4-4CA1-86B9-4E9B-A58543D6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F58F9-E6D7-11BA-3C6E-D48C8A9C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6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9351-8BB7-86C4-940C-23518F0B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E672B-483D-39E9-6498-80317C7A2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DE12F6-D50E-68AB-FCE0-91AA32043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58D56-4347-BF4E-D573-EEBD89FD8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B2F8C-97E9-7FF8-582E-271A9E105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46D330-621E-0203-1C5E-385CF939E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CB941E-62AE-B387-B487-2240FDC53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47272-9330-ABEE-8AA9-401DDAA38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47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DCBE-9D3D-6F17-D5CA-57E48EB41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312A8C-A2EA-08BF-8241-BED20A35C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BC45E-7B88-04BA-30D0-DBC04526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27C3F-5C4E-C296-B42D-F1A00FE8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90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186D93-250D-EF0B-5ABA-DBB13569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84066-DB3D-1251-9F39-2D1EC05E5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FA45C-59A8-8BF4-5F93-44438BF8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3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4F52B-E00D-DD1E-C8C8-A77CC56AD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51D12-10CB-98CF-5A9A-82CB778368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4CF18-7B14-9B56-D6FA-800FB39C1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BEB8D-59F1-0590-04E7-C29C6E8FA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D27AE-FA32-DE4E-AF96-2C30320D9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8C3E2-781D-2A78-4B27-35DFD904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23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75FC-B2D7-4E07-4766-171B75738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D633A0-8B37-9A0A-F0F2-ADEEA471C4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BCE1A9-3AE7-AA15-2970-4C7FA0D9F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77193-9551-B251-C499-6677C649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011E1-D3AA-FFD7-7357-7A2B2C3D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59F3D-7908-6EAC-56CA-745D86B1F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86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A1F80-57EF-ABF7-ADDB-B469662ED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D50E74-6D4D-0053-FAA5-09D69C193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80175-2E12-AEB1-EEF9-55CD62F58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A647D-6055-D2E7-2D0E-3279BF8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78CAA-4D1F-22F9-4AAC-093473AA2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420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234D6-AA8D-ABAD-8ADB-B2E914D44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74C98-75F6-CDC5-30FC-DDB2A379ED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2BC46-0467-2ED8-9557-0682D647D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8B27D-2E80-017D-3CCD-B1DDC7623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4A7ED-CB4A-9A5E-5278-A1F25733E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45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B696AF-A7FD-52CD-6740-5768AF6CE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52FEA-1FAA-3C7D-E270-E05B5F313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EE287-7C78-77DF-7141-428442A5BE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FB541B-0CF4-4D05-9ED3-E1709A98E057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5992F-F8C2-5A87-60D8-A44012E74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F03F5-ECDD-5189-6954-CDA5B03C41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EA92E7-BBA0-456C-8ECB-2E2F7735F5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68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A67512-6D84-4FE5-3A91-C496A1653971}"/>
              </a:ext>
            </a:extLst>
          </p:cNvPr>
          <p:cNvSpPr txBox="1"/>
          <p:nvPr/>
        </p:nvSpPr>
        <p:spPr>
          <a:xfrm>
            <a:off x="246839" y="515718"/>
            <a:ext cx="4807994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Terra MODIS 8-day Normalized Difference Vegetation Index (NDVI) Anomaly %</a:t>
            </a:r>
          </a:p>
          <a:p>
            <a:endParaRPr lang="en-US" sz="1400" dirty="0"/>
          </a:p>
          <a:p>
            <a:r>
              <a:rPr lang="en-US" sz="1200" dirty="0"/>
              <a:t>May 12, 2026 – May 19, 2026</a:t>
            </a:r>
          </a:p>
          <a:p>
            <a:endParaRPr lang="en-US" sz="1200" dirty="0"/>
          </a:p>
          <a:p>
            <a:r>
              <a:rPr lang="en-US" sz="1200" dirty="0"/>
              <a:t>An NDVI anomaly is the difference between the average NDVI for a given timeframe (above) in a year and the average NDVI for the same month across 2001-2024.</a:t>
            </a:r>
          </a:p>
          <a:p>
            <a:endParaRPr lang="en-US" sz="1400" dirty="0"/>
          </a:p>
          <a:p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2B032F-A69B-B945-33BE-6A5E3BE2C3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836" y="1900713"/>
            <a:ext cx="1085850" cy="2686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3AEBA2-C180-DB0C-3024-58073279D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015" y="347232"/>
            <a:ext cx="5477639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32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87DA-CEE9-B770-60AD-5D5BD32B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5D7081-D9E6-65AE-2487-128AE0D85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33"/>
          <a:stretch>
            <a:fillRect/>
          </a:stretch>
        </p:blipFill>
        <p:spPr>
          <a:xfrm>
            <a:off x="4219569" y="0"/>
            <a:ext cx="7972432" cy="640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53BF6A-5201-D7D8-3B2C-A5CDB1C80EE9}"/>
              </a:ext>
            </a:extLst>
          </p:cNvPr>
          <p:cNvSpPr txBox="1"/>
          <p:nvPr/>
        </p:nvSpPr>
        <p:spPr>
          <a:xfrm>
            <a:off x="246839" y="515718"/>
            <a:ext cx="4807994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32-day composite</a:t>
            </a:r>
          </a:p>
          <a:p>
            <a:endParaRPr lang="en-US" sz="1200" b="1" dirty="0"/>
          </a:p>
          <a:p>
            <a:r>
              <a:rPr lang="en-US" sz="1200" dirty="0"/>
              <a:t>May 19, 2026</a:t>
            </a:r>
          </a:p>
          <a:p>
            <a:endParaRPr lang="en-US" sz="1200" dirty="0"/>
          </a:p>
          <a:p>
            <a:r>
              <a:rPr lang="en-US" sz="1200" dirty="0"/>
              <a:t>Most sensitive to short pulses of greenness, especially in arid rangelands and desert grasslands.</a:t>
            </a: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6049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ADF2-4274-BF0F-3CB4-4BA50885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0BE627-0FD4-D67A-3953-52250B84E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50"/>
          <a:stretch>
            <a:fillRect/>
          </a:stretch>
        </p:blipFill>
        <p:spPr>
          <a:xfrm>
            <a:off x="4140433" y="0"/>
            <a:ext cx="8051567" cy="6400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9B5EE68-2CC2-C944-29E5-3DC3D08A0C50}"/>
              </a:ext>
            </a:extLst>
          </p:cNvPr>
          <p:cNvSpPr txBox="1"/>
          <p:nvPr/>
        </p:nvSpPr>
        <p:spPr>
          <a:xfrm>
            <a:off x="246839" y="515718"/>
            <a:ext cx="48079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64-day composite</a:t>
            </a:r>
          </a:p>
          <a:p>
            <a:endParaRPr lang="en-US" sz="1200" dirty="0"/>
          </a:p>
          <a:p>
            <a:r>
              <a:rPr lang="en-US" sz="1200" dirty="0"/>
              <a:t>May 19, 2026</a:t>
            </a:r>
          </a:p>
          <a:p>
            <a:endParaRPr lang="en-US" sz="1200" dirty="0"/>
          </a:p>
          <a:p>
            <a:r>
              <a:rPr lang="en-US" sz="1200" dirty="0"/>
              <a:t>Reduces sensitivity to short-term fluctuations but still reacts to broad precipitation patterns.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8328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5D10-232E-D689-A8F7-433BAE200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6E31D6B-B446-5532-6CB9-38A1FB25F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6348" y="0"/>
            <a:ext cx="8961121" cy="6400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A83FF7-284A-447E-916E-C3D251351497}"/>
              </a:ext>
            </a:extLst>
          </p:cNvPr>
          <p:cNvSpPr txBox="1"/>
          <p:nvPr/>
        </p:nvSpPr>
        <p:spPr>
          <a:xfrm>
            <a:off x="246839" y="515718"/>
            <a:ext cx="480799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88-day composite</a:t>
            </a:r>
          </a:p>
          <a:p>
            <a:endParaRPr lang="en-US" sz="1200" dirty="0"/>
          </a:p>
          <a:p>
            <a:r>
              <a:rPr lang="en-US" sz="1200" dirty="0"/>
              <a:t>May 19, 2026</a:t>
            </a:r>
          </a:p>
          <a:p>
            <a:endParaRPr lang="en-US" sz="1200" dirty="0"/>
          </a:p>
          <a:p>
            <a:r>
              <a:rPr lang="en-US" sz="1200" dirty="0"/>
              <a:t>Represents quarterly, season-integrated vegetation anomaly. Best for seasonal-to-interannual comparisons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223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110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Burruss, Dylan</dc:creator>
  <cp:lastModifiedBy>Burruss, Dylan</cp:lastModifiedBy>
  <cp:revision>5</cp:revision>
  <dcterms:created xsi:type="dcterms:W3CDTF">2026-01-06T16:53:49Z</dcterms:created>
  <dcterms:modified xsi:type="dcterms:W3CDTF">2026-05-26T16:59:25Z</dcterms:modified>
</cp:coreProperties>
</file>